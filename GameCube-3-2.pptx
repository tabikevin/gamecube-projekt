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B5D5"/>
    <a:srgbClr val="521B93"/>
    <a:srgbClr val="942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6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-munkalap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BE5-BF42-8941-107902884D2C}"/>
              </c:ext>
            </c:extLst>
          </c:dPt>
          <c:dPt>
            <c:idx val="1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E5-BF42-8941-107902884D2C}"/>
              </c:ext>
            </c:extLst>
          </c:dPt>
          <c:dPt>
            <c:idx val="2"/>
            <c:bubble3D val="0"/>
            <c:spPr>
              <a:solidFill>
                <a:srgbClr val="5B2D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E5-BF42-8941-107902884D2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5-BF42-8941-107902884D2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5-BF42-8941-107902884D2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hu-H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E5-BF42-8941-107902884D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hu-H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Németh B. K.  85h</c:v>
                </c:pt>
                <c:pt idx="1">
                  <c:v>Tabi Kevin  55h</c:v>
                </c:pt>
                <c:pt idx="2">
                  <c:v>Dalmady Máté  58h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55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BE5-BF42-8941-107902884D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E0B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70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GAMECUBE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Game Keys Marketplace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493008"/>
            <a:ext cx="3657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40050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8D39375E-2704-D1B4-8873-02DE9C8EAC4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BCA14046-62EE-AB29-20CB-761DD632E8F4}"/>
              </a:ext>
            </a:extLst>
          </p:cNvPr>
          <p:cNvSpPr>
            <a:spLocks/>
          </p:cNvSpPr>
          <p:nvPr/>
        </p:nvSpPr>
        <p:spPr>
          <a:xfrm>
            <a:off x="4483440" y="4446864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D7D7B77-7D27-0A3F-1480-EFF08F84CB3D}"/>
              </a:ext>
            </a:extLst>
          </p:cNvPr>
          <p:cNvSpPr>
            <a:spLocks/>
          </p:cNvSpPr>
          <p:nvPr/>
        </p:nvSpPr>
        <p:spPr>
          <a:xfrm>
            <a:off x="1603080" y="438471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BDCF7001-D14F-290C-35B9-0FFFAFA2F8F5}"/>
              </a:ext>
            </a:extLst>
          </p:cNvPr>
          <p:cNvSpPr>
            <a:spLocks/>
          </p:cNvSpPr>
          <p:nvPr/>
        </p:nvSpPr>
        <p:spPr>
          <a:xfrm>
            <a:off x="7363800" y="4446864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&amp; product listing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 UI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register, login HTML/CSS/JavaScript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slider, category filter component</a:t>
            </a: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 xml:space="preserve">Figma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91440"/>
            <a:ext cx="0" cy="4937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310128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01568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API endpoints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&amp; session handling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and transactions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order management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44768" y="91440"/>
            <a:ext cx="0" cy="4937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6254496" y="1828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45936" y="20116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task management &amp; time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 &amp; documentation</a:t>
            </a:r>
            <a:endParaRPr lang="en-US" sz="1400" dirty="0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59CCF547-D97B-E000-7087-14AB2A29682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GameCube?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platform. Multiple sellers. Unbeatable prices."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from multiple sellers, always below MSRP.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5819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delivered immediately to your profile — no waiting.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Many Sellers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marketplace with verified vendors and multiple offers.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9535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browsing, filtering and checkout experience.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2514600" y="3977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43251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encrypted data, secure payment processing.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0" cy="26517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CB64258-29B7-0332-EA89-F4B5995AC00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GameCube?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keys · DLCs · Gift cards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 for video game keys, DLCs, and gift cards. Aggregator platform with multi-seller offers — one checkout, many vendors.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5179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available immediately in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1051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754880" y="188366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PlayStation, Xbox keys at discounted prices. Fast transactions with instant code redemption on respective platforms.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Methods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PayPal · Bank transfer · Cash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payment methods supported with secure transaction processing.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090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3438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Encrypted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30752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754880" y="3803904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encrypted storage, and secure payment processing throughout.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0" cy="35661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0233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9A89338D-23AC-B9A1-43C0-09E758D28CB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mockups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100" dirty="0"/>
          </a:p>
        </p:txBody>
      </p:sp>
      <p:pic>
        <p:nvPicPr>
          <p:cNvPr id="6" name="Image 0" descr="/home/claude/unpacked_redesign/ppt/media/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023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470916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100" dirty="0"/>
          </a:p>
        </p:txBody>
      </p:sp>
      <p:pic>
        <p:nvPicPr>
          <p:cNvPr id="9" name="Image 1" descr="/home/claude/unpacked_redesign/ppt/media/image-5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44752"/>
            <a:ext cx="4023360" cy="3383280"/>
          </a:xfrm>
          <a:prstGeom prst="rect">
            <a:avLst/>
          </a:prstGeom>
        </p:spPr>
      </p:pic>
      <p:sp>
        <p:nvSpPr>
          <p:cNvPr id="10" name="Ellipszis 9">
            <a:extLst>
              <a:ext uri="{FF2B5EF4-FFF2-40B4-BE49-F238E27FC236}">
                <a16:creationId xmlns:a16="http://schemas.microsoft.com/office/drawing/2014/main" id="{A66C038D-CCA6-0C37-F2F3-97FDABB00E1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Design  vs.  Live Website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100" dirty="0"/>
          </a:p>
        </p:txBody>
      </p:sp>
      <p:pic>
        <p:nvPicPr>
          <p:cNvPr id="6" name="Image 0" descr="/home/claude/unpacked_redesign/ppt/media/image-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023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143000"/>
            <a:ext cx="0" cy="370332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4709160" y="11704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100" dirty="0"/>
          </a:p>
        </p:txBody>
      </p:sp>
      <p:pic>
        <p:nvPicPr>
          <p:cNvPr id="9" name="Image 1" descr="/home/claude/jelenlegi_webol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44752"/>
            <a:ext cx="4023360" cy="1920240"/>
          </a:xfrm>
          <a:prstGeom prst="rect">
            <a:avLst/>
          </a:prstGeom>
        </p:spPr>
      </p:pic>
      <p:pic>
        <p:nvPicPr>
          <p:cNvPr id="10" name="Image 2" descr="/home/claude/jelenlegi_webolda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429000"/>
            <a:ext cx="4023360" cy="1399032"/>
          </a:xfrm>
          <a:prstGeom prst="rect">
            <a:avLst/>
          </a:prstGeom>
        </p:spPr>
      </p:pic>
      <p:sp>
        <p:nvSpPr>
          <p:cNvPr id="11" name="Ellipszis 10">
            <a:extLst>
              <a:ext uri="{FF2B5EF4-FFF2-40B4-BE49-F238E27FC236}">
                <a16:creationId xmlns:a16="http://schemas.microsoft.com/office/drawing/2014/main" id="{ECBC5529-D637-F113-499C-1751AA075464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the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00" dirty="0"/>
          </a:p>
        </p:txBody>
      </p:sp>
      <p:pic>
        <p:nvPicPr>
          <p:cNvPr id="6" name="Image 0" descr="/home/claude/unpacked_redesign/ppt/media/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39319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73168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  <p:pic>
        <p:nvPicPr>
          <p:cNvPr id="8" name="Image 1" descr="/home/claude/unpacked_redesign/ppt/media/image-8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417320"/>
            <a:ext cx="3931920" cy="1627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pic>
        <p:nvPicPr>
          <p:cNvPr id="10" name="Image 2" descr="/home/claude/unpacked_redesign/ppt/media/image-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29000"/>
            <a:ext cx="3931920" cy="1627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73168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pic>
        <p:nvPicPr>
          <p:cNvPr id="12" name="Image 3" descr="/home/claude/unpacked_redesign/ppt/media/image-10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429000"/>
            <a:ext cx="3931920" cy="162763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8"/>
          <p:cNvSpPr/>
          <p:nvPr/>
        </p:nvSpPr>
        <p:spPr>
          <a:xfrm>
            <a:off x="457200" y="3090672"/>
            <a:ext cx="832104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B2ABE665-0C0D-9D17-3F44-1E844C760BB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</a:t>
            </a:r>
            <a:endParaRPr lang="en-US" sz="1200" dirty="0"/>
          </a:p>
        </p:txBody>
      </p:sp>
      <p:pic>
        <p:nvPicPr>
          <p:cNvPr id="5" name="Image 0" descr="/home/claude/1772185145177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  <p:sp>
        <p:nvSpPr>
          <p:cNvPr id="7" name="Ellipszis 6">
            <a:extLst>
              <a:ext uri="{FF2B5EF4-FFF2-40B4-BE49-F238E27FC236}">
                <a16:creationId xmlns:a16="http://schemas.microsoft.com/office/drawing/2014/main" id="{B767E322-2121-E0E3-C528-B24662A56B7D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transactional emails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1100" dirty="0"/>
          </a:p>
        </p:txBody>
      </p:sp>
      <p:pic>
        <p:nvPicPr>
          <p:cNvPr id="6" name="Image 0" descr="/home/claude/rendeles_emai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444752"/>
            <a:ext cx="2633472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54680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5"/>
          <p:cNvSpPr/>
          <p:nvPr/>
        </p:nvSpPr>
        <p:spPr>
          <a:xfrm>
            <a:off x="3218688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approved</a:t>
            </a:r>
            <a:endParaRPr lang="en-US" sz="1100" dirty="0"/>
          </a:p>
        </p:txBody>
      </p:sp>
      <p:pic>
        <p:nvPicPr>
          <p:cNvPr id="9" name="Image 1" descr="/home/claude/rendeles_jovahagyva_em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18688" y="1444752"/>
            <a:ext cx="2633472" cy="3383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7608" y="1143000"/>
            <a:ext cx="0" cy="365760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6071616" y="117043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message</a:t>
            </a:r>
            <a:endParaRPr lang="en-US" sz="1100" dirty="0"/>
          </a:p>
        </p:txBody>
      </p:sp>
      <p:pic>
        <p:nvPicPr>
          <p:cNvPr id="12" name="Image 2" descr="/home/claude/kapcsolat_uzenet_emai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71616" y="1444752"/>
            <a:ext cx="2633472" cy="3383280"/>
          </a:xfrm>
          <a:prstGeom prst="rect">
            <a:avLst/>
          </a:prstGeom>
        </p:spPr>
      </p:pic>
      <p:sp>
        <p:nvSpPr>
          <p:cNvPr id="13" name="Ellipszis 12">
            <a:extLst>
              <a:ext uri="{FF2B5EF4-FFF2-40B4-BE49-F238E27FC236}">
                <a16:creationId xmlns:a16="http://schemas.microsoft.com/office/drawing/2014/main" id="{88FCB982-2E91-5C31-F5E7-41675EB54891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structure, accessibility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design, animations, Bootstrap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67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dynamic UI, cart and filter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333756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JWT, session handling, SMTP email sending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715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products, orders, and game keys 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08192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6217920" y="11704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265176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6217920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team collaboration, code sharing</a:t>
            </a:r>
            <a:endParaRPr lang="en-US" sz="1200" dirty="0">
              <a:solidFill>
                <a:srgbClr val="C9B5D5"/>
              </a:solidFill>
            </a:endParaRPr>
          </a:p>
        </p:txBody>
      </p:sp>
      <p:sp>
        <p:nvSpPr>
          <p:cNvPr id="25" name="Ellipszis 24">
            <a:extLst>
              <a:ext uri="{FF2B5EF4-FFF2-40B4-BE49-F238E27FC236}">
                <a16:creationId xmlns:a16="http://schemas.microsoft.com/office/drawing/2014/main" id="{7FD84C7C-EF97-9FFB-2A68-F686BB3BE3F8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9420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1B0419E9-A739-EE86-B07B-7A5085E8FF39}"/>
              </a:ext>
            </a:extLst>
          </p:cNvPr>
          <p:cNvSpPr/>
          <p:nvPr/>
        </p:nvSpPr>
        <p:spPr>
          <a:xfrm>
            <a:off x="6217919" y="27340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5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6D938382-07E4-F7F8-5109-CDE84E95F026}"/>
              </a:ext>
            </a:extLst>
          </p:cNvPr>
          <p:cNvSpPr/>
          <p:nvPr/>
        </p:nvSpPr>
        <p:spPr>
          <a:xfrm>
            <a:off x="6217919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hu-HU" sz="1200" dirty="0" err="1">
                <a:solidFill>
                  <a:srgbClr val="C9B5D5"/>
                </a:solidFill>
              </a:rPr>
              <a:t>Task</a:t>
            </a:r>
            <a:r>
              <a:rPr lang="hu-HU" sz="1200" dirty="0">
                <a:solidFill>
                  <a:srgbClr val="C9B5D5"/>
                </a:solidFill>
              </a:rPr>
              <a:t xml:space="preserve">, </a:t>
            </a:r>
            <a:r>
              <a:rPr lang="hu-HU" sz="1200" dirty="0" err="1">
                <a:solidFill>
                  <a:srgbClr val="C9B5D5"/>
                </a:solidFill>
              </a:rPr>
              <a:t>time</a:t>
            </a:r>
            <a:r>
              <a:rPr lang="hu-HU" sz="1200" dirty="0">
                <a:solidFill>
                  <a:srgbClr val="C9B5D5"/>
                </a:solidFill>
              </a:rPr>
              <a:t xml:space="preserve"> management &amp; sprint </a:t>
            </a:r>
            <a:r>
              <a:rPr lang="hu-HU" sz="1200" dirty="0" err="1">
                <a:solidFill>
                  <a:srgbClr val="C9B5D5"/>
                </a:solidFill>
              </a:rPr>
              <a:t>planning</a:t>
            </a:r>
            <a:endParaRPr lang="en-US" sz="1000" dirty="0">
              <a:solidFill>
                <a:srgbClr val="C9B5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&amp; 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93192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assigning tasks to team members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completed tickets (GAM-1 → GAM-38+)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To Do → In Progress → Done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deadline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and retrospectives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0" cy="374904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36192"/>
            <a:ext cx="393192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754880" y="1627632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repository for the entire team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access to the latest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visible through commit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 using branches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and code review</a:t>
            </a:r>
            <a:endParaRPr lang="en-US" sz="1300" dirty="0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7A2D4BDA-F29D-CF59-212A-50E0BD0DB790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results</a:t>
            </a:r>
            <a:endParaRPr lang="en-US" sz="1200" dirty="0"/>
          </a:p>
        </p:txBody>
      </p:sp>
      <p:pic>
        <p:nvPicPr>
          <p:cNvPr id="5" name="Image 0" descr="/home/claude/teszte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  <p:sp>
        <p:nvSpPr>
          <p:cNvPr id="6" name="Ellipszis 5">
            <a:extLst>
              <a:ext uri="{FF2B5EF4-FFF2-40B4-BE49-F238E27FC236}">
                <a16:creationId xmlns:a16="http://schemas.microsoft.com/office/drawing/2014/main" id="{01C4AA77-EFC4-C7C2-6052-5659AC407D13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time tracking  —  198 hours total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457200" y="1911096"/>
            <a:ext cx="173004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4526280" y="1874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85h  —  43%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566928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7523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1126541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526280" y="3044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55h  —  28%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566928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457200" y="35753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4023360" cy="164592"/>
          </a:xfrm>
          <a:prstGeom prst="rect">
            <a:avLst/>
          </a:prstGeom>
          <a:solidFill>
            <a:srgbClr val="5A2D6A"/>
          </a:solidFill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116677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526280" y="42153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58h  —  29%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170432"/>
            <a:ext cx="0" cy="356616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893234836"/>
              </p:ext>
            </p:extLst>
          </p:nvPr>
        </p:nvGraphicFramePr>
        <p:xfrm>
          <a:off x="4754880" y="1143000"/>
          <a:ext cx="4023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Ellipszis 23">
            <a:extLst>
              <a:ext uri="{FF2B5EF4-FFF2-40B4-BE49-F238E27FC236}">
                <a16:creationId xmlns:a16="http://schemas.microsoft.com/office/drawing/2014/main" id="{A3856BED-63B1-A08E-6D4A-3B294B5C9E15}"/>
              </a:ext>
            </a:extLst>
          </p:cNvPr>
          <p:cNvSpPr>
            <a:spLocks/>
          </p:cNvSpPr>
          <p:nvPr/>
        </p:nvSpPr>
        <p:spPr>
          <a:xfrm>
            <a:off x="8689680" y="88056"/>
            <a:ext cx="360000" cy="360000"/>
          </a:xfrm>
          <a:prstGeom prst="ellipse">
            <a:avLst/>
          </a:prstGeom>
          <a:solidFill>
            <a:srgbClr val="521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0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GameCube — Digital Game Keys Marketplace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3547872"/>
            <a:ext cx="3657600" cy="0"/>
          </a:xfrm>
          <a:prstGeom prst="line">
            <a:avLst/>
          </a:prstGeom>
          <a:noFill/>
          <a:ln w="12700">
            <a:solidFill>
              <a:srgbClr val="5A2D6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45720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Dalmady Máté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Németh Barna Kristóf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 Kevin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40599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PM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535</Words>
  <Application>Microsoft Macintosh PowerPoint</Application>
  <PresentationFormat>Diavetítés a képernyőre (16:9 oldalarány)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kertundike@sulid.hu</cp:lastModifiedBy>
  <cp:revision>10</cp:revision>
  <dcterms:created xsi:type="dcterms:W3CDTF">2026-02-27T09:53:32Z</dcterms:created>
  <dcterms:modified xsi:type="dcterms:W3CDTF">2026-03-02T19:54:53Z</dcterms:modified>
</cp:coreProperties>
</file>